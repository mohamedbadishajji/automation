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crm implementation, bi reporting, data integration — Maison Corymbe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Maison Corymbe souhaite mettre en œuvre un CRM Salesforce pour unifier ses données clients à travers ses canaux retail et e-commerce, tout en l'intégrant aux systèmes existants via des API REST. Le projet comprend également le développement de tableaux de bord Power BI pour les KPI de vente et d'engagement, ainsi que la refonte de l'interface utilisateur du portail de fidélité.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approche structurée combinant son expertise en intégration de données, écosystème Salesforce et Business Intelligence pour répondre aux enjeux de Maison Corymbe. Nous privilégions une méthodologie agile pour assurer la synchronisation fluide entre les canaux retail et e-commerce, tout en impliquant les équipes métiers dès le début pour garantir l'adoption des futurs dashboards Power BI et du portail de fidélité.</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s'articulera autour de Salesforce CRM comme source unique de vérité pour les données client, connectée à l'ERP et à la plateforme e-commerce existants via des API REST sécurisées. Pour la partie décisionnelle, des pipelines de données alimenteront un data warehouse permettant de centraliser les flux avant d'être restitués via Power BI. Enfin, une couche front-end dédiée assurera la refonte ergonomique du portail de fidélité.</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1/3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Plateforme CRM Fashion unifiée (score de pertinence : 0.74)</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Le projet de plateforme CRM Fashion unifiée démontre notre capacité à nettoyer, dédoublonner et unifier des données client fragmentées pour une marque de mode, avec une refonte du reporting Power BI directement transposable aux besoins de Maison Corymbe.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2/3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CRM centralisé Retail &amp; E-commerce (score de pertinence : 0.74)</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Le CRM centralisé Retail &amp; E-commerce illustre notre maîtrise des architectures de données pour le secteur retail, intégrant des données ERP et e-commerce via des pipelines automatisés et des tableaux de bord Power BI en temps réel.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3/3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Prévisions IA &amp; dashboards de pilotage (score de pertinence : 0.70)</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Le projet de prévisions IA et dashboards de pilotage montre notre savoir-faire dans la centralisation de systèmes ERP complexes vers le cloud et la restitution analytique avancée via Power BI pour le secteur du retail.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1/4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9</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Intégrateur Salesforce / MuleSoft (score de pertinence : 0.69)</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L'intégrateur Salesforce / MuleSoft dispose de 7 ans d'expérience en intégration de systèmes d'entreprise et synchronisation multi-applications, ce qui correspond parfaitement au besoin d'intégration ERP et e-commerce via API REST.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2/4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10</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Consultante BI (score de pertinence : 0.67)</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La consultante BI apporte 6 ans d'expérience en modélisation de données et conception de tableaux de bord Power BI, idéale pour développer les KPI de vente et d'engagement demandés.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3/4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11</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Chef de projet / Product Owner (score de pertinence : 0.64)</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Le chef de projet / Product Owner apporte 10 ans d'expérience en pilotage de projets data et IT, garantissant un suivi rigoureux et une gestion optimale du planning et des livrables.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4/4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Écarts identifiés</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Le tender exige un rôle d'UX Designer pour la refonte du portail de fidélité, profil qui ne figure pas explicitement dans notre vivier interne actuel et nécessitera un recrutement ou une sous-traitance ponctuelle.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présente une excellente adéquation technique et sectorielle sur les volets CRM Salesforce, intégration de données et BI Power BI, renforcée par nos projets de référence dans la mode et le retail. Seul le rôle d'UX Designer représente un écart mineur qui sera comblé par un renfort ciblé pour garantir le succès de la refonte du portail.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2026-09-27T16:38:57Z</dcterms:created>
  <dcterms:modified xsi:type="dcterms:W3CDTF">2026-09-27T16:38:57Z</dcterms:modified>
</cp:coreProperties>
</file>